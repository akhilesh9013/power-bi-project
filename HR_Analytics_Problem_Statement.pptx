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HR Analytics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Problem Statement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The organization is experiencing a high rate of employee attrition, leading to increased recruitment and training costs, loss of skilled talent, and disruption in business operations.</a:t>
            </a:r>
          </a:p>
          <a:p>
            <a:endParaRPr dirty="0"/>
          </a:p>
          <a:p>
            <a:r>
              <a:rPr dirty="0"/>
              <a:t>There is a need to analyze workforce demographics, job roles, salary structures, and employee satisfaction factors to identify key drivers of attrition.</a:t>
            </a:r>
          </a:p>
          <a:p>
            <a:endParaRPr dirty="0"/>
          </a:p>
          <a:p>
            <a:r>
              <a:rPr dirty="0"/>
              <a:t>This analysis will help in building data-driven strategies to improve employee retention and organizational stability.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79</Words>
  <Application>Microsoft Office PowerPoint</Application>
  <PresentationFormat>On-screen Show (4:3)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HR Analytics Dashboard</vt:lpstr>
      <vt:lpstr>Problem Statement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akhilesh nishad</dc:creator>
  <cp:keywords/>
  <dc:description>generated using python-pptx</dc:description>
  <cp:lastModifiedBy>akhilesh nishad</cp:lastModifiedBy>
  <cp:revision>2</cp:revision>
  <dcterms:created xsi:type="dcterms:W3CDTF">2013-01-27T09:14:16Z</dcterms:created>
  <dcterms:modified xsi:type="dcterms:W3CDTF">2025-09-26T11:23:51Z</dcterms:modified>
  <cp:category/>
</cp:coreProperties>
</file>